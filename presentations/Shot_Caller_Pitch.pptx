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SHOT CALLER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your budget by being there before being there.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On-Location Production Planning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Hackathon  |  SensAI × PICO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production scouting is expensive, not chaotic.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Agency Costs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scouts + travel to multiple candidate locations before any selection.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Validation Trips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Photography must physically visit each shortlisted location.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Coordination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DP, AD, gaffer, costume — everyone must meet in-person to align.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1752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Cost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of feedback requires another site visit. Multiply across locations.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scouting cost: $3K–$25K+ per location  |  2–6 weeks of pre-production time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plan, and align on real locations — without travel.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32918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Workflow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scout photos or enter an address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360 generates a 360° panorama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Labs Marble creates Gaussian splat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cameras, lights, crew on desktop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stakeholders to walk through in VR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63040"/>
            <a:ext cx="54864" cy="32918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258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travel to assess feasibility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Planning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715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team walks through together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71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Scout Trips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anyone travels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429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Issues Early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30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Sightlines, clearances, coverage confirmed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886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Protection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087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pre-production costs and iteration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Pipeline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-45720" y="1188720"/>
            <a:ext cx="1371600" cy="73152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4572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-4572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/ reference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1463040"/>
            <a:ext cx="228600" cy="182880"/>
          </a:xfrm>
          <a:prstGeom prst="rightArrow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188720"/>
            <a:ext cx="1371600" cy="73152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360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panorama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28600" cy="182880"/>
          </a:xfrm>
          <a:prstGeom prst="rightArrow">
            <a:avLst/>
          </a:prstGeom>
          <a:solidFill>
            <a:srgbClr val="E63946"/>
          </a:solidFill>
          <a:ln/>
        </p:spPr>
      </p:sp>
      <p:sp>
        <p:nvSpPr>
          <p:cNvPr id="12" name="Shape 10"/>
          <p:cNvSpPr/>
          <p:nvPr/>
        </p:nvSpPr>
        <p:spPr>
          <a:xfrm>
            <a:off x="3886200" y="1188720"/>
            <a:ext cx="1371600" cy="73152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Marble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62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splat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0680" y="1463040"/>
            <a:ext cx="228600" cy="182880"/>
          </a:xfrm>
          <a:prstGeom prst="rightArrow">
            <a:avLst/>
          </a:prstGeom>
          <a:solidFill>
            <a:srgbClr val="E63946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0" y="1188720"/>
            <a:ext cx="1371600" cy="73152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crew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1463040"/>
            <a:ext cx="228600" cy="182880"/>
          </a:xfrm>
          <a:prstGeom prst="rightArrow">
            <a:avLst/>
          </a:prstGeom>
          <a:solidFill>
            <a:srgbClr val="E63946"/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1188720"/>
            <a:ext cx="1371600" cy="73152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VR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1812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at scale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bridges both modes: desktop planning + VR validation at real scale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Three.js, SparkJS, WebXR  |  </a:t>
            </a:r>
            <a:pPr algn="ctr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World: </a:t>
            </a:r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Labs Marble API, SVD 360  |  </a:t>
            </a:r>
            <a:pPr algn="ctr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KV, Vite + TypeScript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83280"/>
            <a:ext cx="54864" cy="1463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Audience: Director of Photography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3886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camera feasibility, plans lighting and layout, communicates the production blueprint to the entire crew — director, AD, gaffer, costume, stunts.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Show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live demo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Web3D Editor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Golden Gate Bridge area from SF address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camera with FOV cone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3-point lighting setup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actor positions &amp; grid gear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shareable URL &amp; floor 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2560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VR Walkthrough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URL on PICO headset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splat loads instantly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in the real SF location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placed elements at real scale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sightlines &amp; crew positioning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Wow Moment: Stakeholders validating and agreeing on a location plan together — without anyone traveling there.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Can Block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Desktop Editor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Field-of-view cones and sight lines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50876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3-Point Lighting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719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zones with color temperature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4028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Marks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450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positions and movement paths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0312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24028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Camera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450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gear and equipment placement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97180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Positions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Grip, gaffer, key, focus puller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83464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97180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Gear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182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Rigging, lighting rigs, holds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70332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3913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Cranes, dollies, monitors, sliders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3566160"/>
            <a:ext cx="3840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70332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Services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3913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and break areas on set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on set sees the same visual language and production blueprint.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on Production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Trips Avoided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location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unnecessary travel while validating feasibility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25603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Approved Plan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118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weeks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scouting, validation, and stakeholder coordination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188720"/>
            <a:ext cx="25603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Saved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$5K–25K+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5379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production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travel costs, scouting agency fees, and iteration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80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Labs Marble + Gaussian Splats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locations can become photorealistic 3D reconstructions in seconds.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7744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94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360 for Production Quality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panorama generation from photos improves splat quality and realism.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108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on Standalone Headsets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429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+ WebXR = no install, no sync, one URL for both desktop and VR.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20624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023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Budgets in Focus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are cutting pre-production spend — this saves real money on scouting.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VR Validation Experience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 workflow: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creates a playlist of candidate locations from SF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camera crew, costume team join via shared URL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walks the space together at real scale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aligns on camera angles, lighting, crew positioning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exports approved plan — PDF floor plan for 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shows up on shoot day with the plan already tested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Shot Caller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location scouting, blocking, and validation into a single workflow.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figuring it out on set, crews show up with the plan already tested.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27432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your budget by being there before being there.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Hackathon 2026  |  SensAI × PICO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 Caller — Hackathon Pitch</dc:title>
  <dc:subject>PptxGenJS Presentation</dc:subject>
  <dc:creator>Shot Caller Team</dc:creator>
  <cp:lastModifiedBy>Shot Caller Team</cp:lastModifiedBy>
  <cp:revision>1</cp:revision>
  <dcterms:created xsi:type="dcterms:W3CDTF">2026-03-14T23:59:10Z</dcterms:created>
  <dcterms:modified xsi:type="dcterms:W3CDTF">2026-03-14T23:59:10Z</dcterms:modified>
</cp:coreProperties>
</file>